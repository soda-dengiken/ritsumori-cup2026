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8A35"/>
    <a:srgbClr val="F3A875"/>
    <a:srgbClr val="EBAE15"/>
    <a:srgbClr val="AA0AB2"/>
    <a:srgbClr val="006699"/>
    <a:srgbClr val="CCFF66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607" autoAdjust="0"/>
    <p:restoredTop sz="94660"/>
  </p:normalViewPr>
  <p:slideViewPr>
    <p:cSldViewPr snapToGrid="0">
      <p:cViewPr>
        <p:scale>
          <a:sx n="200" d="100"/>
          <a:sy n="200" d="100"/>
        </p:scale>
        <p:origin x="115" y="-10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A24C95-9D19-44F3-8BED-C4BEAB706B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87E661B-BF1E-46A7-89F2-13A3937AD6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18B412-7922-47F5-BDC6-E3973760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C1AC11-3BD7-49EB-9FFF-83C509F4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361767-F38B-4875-B952-6C509AD5D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846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92760E-0059-4052-9627-973600308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5B103E-EE7A-47A2-952E-269A780B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E8B3F9-7A8A-4325-B96E-ECE3E7D7E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D5216E-2E1F-4653-9086-A805839E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1242C9-8D80-43BF-A1B8-BF0947195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064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D1AC2A-4575-47CA-B76D-AB76FFDF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F625B2-AB5C-428B-B97D-C5C2A2A77F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C20D8F-8A43-481B-B575-F15277D8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A39C85-31D7-47F0-96B5-210E4CEA9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E41A38-FA6F-4A4C-A3CC-409020C16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748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933E49-7608-43DC-8862-3977060DD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17272E-8546-4B4D-AEB6-44321EFB5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D2388E-F654-496C-BD51-80C61117B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FFB900E-4FC5-4393-BD45-93C325129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4B08CA-6DAE-4DC7-9E62-C71F764BA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2767E7-1667-4A7B-8061-EC6A40FAC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8460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5F47B5-BC0A-45A8-BC86-98E76CFF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90EE7A-AEFA-4DB6-B472-F54E93248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7AF0FBF-9A34-418B-ADB0-775DA2EA5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6AB952-0A5B-4D89-9EA5-602A0CB81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51FD0EB-8B04-4203-A0E1-B22A9E16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0B2A958-072E-4695-9132-7D50107F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79DAA9C-E55C-4391-9D16-F37A3032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ECDEF2-ADBF-40F1-99A6-89274DEB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592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60C412-C5D9-4402-BD84-BFF8DC73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3B677A3-0458-478F-89F1-CF6C985A1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C4C51E0-7652-4B92-B69E-4CEFC9FF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B9DA7D-25FB-48BF-A9DF-7E941B0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547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631C35-03BE-4C9A-B05D-2E0B3B24A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195D73A-CC0B-435D-8AC0-85F1F004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B8D213-D21D-44D9-8841-6B19A30AF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14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8375B6-56AD-4014-967E-71ECAF5C1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921919-7726-4EC5-AFE3-1326D1577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B4C3C-80CF-437A-9F41-5043FFC70A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F0D238-C0DF-4B4D-B6F1-D46EDB1B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003AA2-3287-4403-B184-0FFC1AE4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D9CC6E-933E-4D6C-B387-4C236120D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368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059A47-93A8-4CC0-BDEC-D65A0C5A0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4806DD-F2FC-419C-84CD-0518264FFB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2867911-721F-4326-9A36-3570F6369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DD9878C-559F-4CF5-94E3-5D2A2ECA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49A97A-B951-4430-BC48-A8F26096B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9CD2FEE-4FFD-4CAB-8697-36A7CAB8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96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CE65D4-FF89-48A1-88FA-C36978A12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D4C3350-06F2-47D5-AEB6-CD505CE14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309C4B-CF5D-47A3-BB88-A7BFE9F5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213E49-370D-468A-AFA0-6E61769B8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5C14A6-7268-4278-B58C-8D02FB85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84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F70ACD2-4E2E-440A-9BD2-E6C4CED4D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99F6F6B-A0ED-4AEB-9CC5-5683504B4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92F429-2297-44DC-A3FA-EBA2F882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986911-0E33-4911-B224-A2F1A08E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D21F27-C5CA-4B96-AD74-D5C2F316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374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5A0789C-DBB7-4E31-9456-8990F4ED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D73D89-28F7-4B0E-86C5-87E535444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46474C-38FC-4926-850A-361FDE16B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336206-C7DA-463F-A73C-BCC6DF555C88}" type="datetimeFigureOut">
              <a:rPr kumimoji="1" lang="ja-JP" altLang="en-US" smtClean="0"/>
              <a:t>2026/4/5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305033-4993-4C22-BC8A-263938424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EED0FC-3944-46A8-93AD-6BD1EC3D8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3CD96-0F1E-41DA-8B9B-C389999F39A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18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5">
            <a:extLst>
              <a:ext uri="{FF2B5EF4-FFF2-40B4-BE49-F238E27FC236}">
                <a16:creationId xmlns:a16="http://schemas.microsoft.com/office/drawing/2014/main" id="{538678A8-F042-42BC-B6D5-361B975BFE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310639"/>
              </p:ext>
            </p:extLst>
          </p:nvPr>
        </p:nvGraphicFramePr>
        <p:xfrm>
          <a:off x="318053" y="984857"/>
          <a:ext cx="8603309" cy="2337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4689">
                  <a:extLst>
                    <a:ext uri="{9D8B030D-6E8A-4147-A177-3AD203B41FA5}">
                      <a16:colId xmlns:a16="http://schemas.microsoft.com/office/drawing/2014/main" val="1831953829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3705856040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359584382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3720535646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4163742253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2899359654"/>
                    </a:ext>
                  </a:extLst>
                </a:gridCol>
                <a:gridCol w="1094770">
                  <a:extLst>
                    <a:ext uri="{9D8B030D-6E8A-4147-A177-3AD203B41FA5}">
                      <a16:colId xmlns:a16="http://schemas.microsoft.com/office/drawing/2014/main" val="2448632567"/>
                    </a:ext>
                  </a:extLst>
                </a:gridCol>
              </a:tblGrid>
              <a:tr h="4940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スケジュール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63738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基板設計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AE15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74035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機体設計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61734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プログラム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0AB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65372"/>
                  </a:ext>
                </a:extLst>
              </a:tr>
            </a:tbl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6B10A9AE-3790-4DD4-B55B-6CF571AA77F5}"/>
              </a:ext>
            </a:extLst>
          </p:cNvPr>
          <p:cNvGrpSpPr/>
          <p:nvPr/>
        </p:nvGrpSpPr>
        <p:grpSpPr>
          <a:xfrm>
            <a:off x="2918127" y="1459310"/>
            <a:ext cx="1789042" cy="246221"/>
            <a:chOff x="2918127" y="1459310"/>
            <a:chExt cx="1789042" cy="246221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E24D3DCB-6B8A-498D-9727-4A0C2A4F3E53}"/>
                </a:ext>
              </a:extLst>
            </p:cNvPr>
            <p:cNvCxnSpPr>
              <a:cxnSpLocks/>
            </p:cNvCxnSpPr>
            <p:nvPr/>
          </p:nvCxnSpPr>
          <p:spPr>
            <a:xfrm>
              <a:off x="2918127" y="1582420"/>
              <a:ext cx="811033" cy="0"/>
            </a:xfrm>
            <a:prstGeom prst="line">
              <a:avLst/>
            </a:prstGeom>
            <a:ln w="25400">
              <a:solidFill>
                <a:srgbClr val="EBAE15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1904D434-9DF4-4061-A458-096CD780FC72}"/>
                </a:ext>
              </a:extLst>
            </p:cNvPr>
            <p:cNvSpPr txBox="1"/>
            <p:nvPr/>
          </p:nvSpPr>
          <p:spPr>
            <a:xfrm>
              <a:off x="3729160" y="1459310"/>
              <a:ext cx="9780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000" dirty="0"/>
                <a:t>データ作成</a:t>
              </a:r>
              <a:endParaRPr kumimoji="1" lang="ja-JP" altLang="en-US" sz="1000" dirty="0"/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6E05A36-C242-4AE9-9936-C07EFFC11DDA}"/>
              </a:ext>
            </a:extLst>
          </p:cNvPr>
          <p:cNvGrpSpPr/>
          <p:nvPr/>
        </p:nvGrpSpPr>
        <p:grpSpPr>
          <a:xfrm>
            <a:off x="2918127" y="2071533"/>
            <a:ext cx="1789042" cy="246221"/>
            <a:chOff x="2918127" y="1459310"/>
            <a:chExt cx="1789042" cy="246221"/>
          </a:xfrm>
        </p:grpSpPr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3BFF6C3-8DF5-4695-B57C-66779FAD3B94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>
              <a:off x="2918127" y="1582420"/>
              <a:ext cx="811033" cy="1"/>
            </a:xfrm>
            <a:prstGeom prst="line">
              <a:avLst/>
            </a:prstGeom>
            <a:ln w="25400">
              <a:solidFill>
                <a:srgbClr val="006699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DBE386E-1F4D-433F-B443-CD786F3EE4E3}"/>
                </a:ext>
              </a:extLst>
            </p:cNvPr>
            <p:cNvSpPr txBox="1"/>
            <p:nvPr/>
          </p:nvSpPr>
          <p:spPr>
            <a:xfrm>
              <a:off x="3729160" y="1459310"/>
              <a:ext cx="97800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000" dirty="0"/>
                <a:t>データ作成</a:t>
              </a:r>
              <a:endParaRPr kumimoji="1" lang="ja-JP" altLang="en-US" sz="1000" dirty="0"/>
            </a:p>
          </p:txBody>
        </p:sp>
      </p:grp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7FA601B-4C90-4618-8516-D6F35D48E5AF}"/>
              </a:ext>
            </a:extLst>
          </p:cNvPr>
          <p:cNvCxnSpPr>
            <a:cxnSpLocks/>
          </p:cNvCxnSpPr>
          <p:nvPr/>
        </p:nvCxnSpPr>
        <p:spPr>
          <a:xfrm>
            <a:off x="2918127" y="2807970"/>
            <a:ext cx="189103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5054835-E975-44E1-8BEB-E299FECC07E3}"/>
              </a:ext>
            </a:extLst>
          </p:cNvPr>
          <p:cNvSpPr txBox="1"/>
          <p:nvPr/>
        </p:nvSpPr>
        <p:spPr>
          <a:xfrm>
            <a:off x="3429374" y="2831588"/>
            <a:ext cx="1137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プログラム勉強</a:t>
            </a:r>
            <a:endParaRPr kumimoji="1" lang="ja-JP" altLang="en-US" sz="1000" dirty="0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EAB33E9-302B-4DFA-BDC2-97B02A9C5716}"/>
              </a:ext>
            </a:extLst>
          </p:cNvPr>
          <p:cNvSpPr/>
          <p:nvPr/>
        </p:nvSpPr>
        <p:spPr>
          <a:xfrm>
            <a:off x="3693157" y="1729695"/>
            <a:ext cx="72000" cy="72000"/>
          </a:xfrm>
          <a:prstGeom prst="ellipse">
            <a:avLst/>
          </a:prstGeom>
          <a:solidFill>
            <a:srgbClr val="EBAE15"/>
          </a:solidFill>
          <a:ln w="3175">
            <a:solidFill>
              <a:srgbClr val="EBAE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806001B-DB71-4F06-A451-BBC7D6F5CBC3}"/>
              </a:ext>
            </a:extLst>
          </p:cNvPr>
          <p:cNvSpPr txBox="1"/>
          <p:nvPr/>
        </p:nvSpPr>
        <p:spPr>
          <a:xfrm>
            <a:off x="3729159" y="1641760"/>
            <a:ext cx="978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基板発注</a:t>
            </a:r>
            <a:endParaRPr kumimoji="1" lang="en-US" altLang="ja-JP" sz="1000" dirty="0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396952ED-3029-46AB-AD0D-7BC4B8BCD537}"/>
              </a:ext>
            </a:extLst>
          </p:cNvPr>
          <p:cNvCxnSpPr>
            <a:cxnSpLocks/>
          </p:cNvCxnSpPr>
          <p:nvPr/>
        </p:nvCxnSpPr>
        <p:spPr>
          <a:xfrm>
            <a:off x="3729157" y="1948422"/>
            <a:ext cx="1080001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E3B18FC-97F6-4DF1-8E84-A66789EB33E1}"/>
              </a:ext>
            </a:extLst>
          </p:cNvPr>
          <p:cNvSpPr txBox="1"/>
          <p:nvPr/>
        </p:nvSpPr>
        <p:spPr>
          <a:xfrm>
            <a:off x="4783786" y="1825312"/>
            <a:ext cx="978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動作チェック</a:t>
            </a:r>
            <a:endParaRPr kumimoji="1" lang="en-US" altLang="ja-JP" sz="1000" dirty="0"/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9E2373AB-0D12-4D64-B6A6-33F4B55C6C9B}"/>
              </a:ext>
            </a:extLst>
          </p:cNvPr>
          <p:cNvCxnSpPr>
            <a:cxnSpLocks/>
          </p:cNvCxnSpPr>
          <p:nvPr/>
        </p:nvCxnSpPr>
        <p:spPr>
          <a:xfrm>
            <a:off x="4809158" y="1632783"/>
            <a:ext cx="3240000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01915C1-948F-4008-B2AC-DE2CC228F52D}"/>
              </a:ext>
            </a:extLst>
          </p:cNvPr>
          <p:cNvCxnSpPr>
            <a:cxnSpLocks/>
          </p:cNvCxnSpPr>
          <p:nvPr/>
        </p:nvCxnSpPr>
        <p:spPr>
          <a:xfrm>
            <a:off x="3729157" y="2380146"/>
            <a:ext cx="1080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2F10AE7-3C2A-4268-BF7D-3D4822CBDA68}"/>
              </a:ext>
            </a:extLst>
          </p:cNvPr>
          <p:cNvSpPr txBox="1"/>
          <p:nvPr/>
        </p:nvSpPr>
        <p:spPr>
          <a:xfrm>
            <a:off x="4766542" y="2255086"/>
            <a:ext cx="978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組み立て</a:t>
            </a:r>
            <a:endParaRPr kumimoji="1" lang="en-US" altLang="ja-JP" sz="1000" dirty="0"/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81CEEB1F-84DE-488B-851E-DE17238CF87E}"/>
              </a:ext>
            </a:extLst>
          </p:cNvPr>
          <p:cNvCxnSpPr>
            <a:cxnSpLocks/>
          </p:cNvCxnSpPr>
          <p:nvPr/>
        </p:nvCxnSpPr>
        <p:spPr>
          <a:xfrm>
            <a:off x="4823460" y="2594588"/>
            <a:ext cx="3225697" cy="4157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494116DC-8F63-4DB0-AA4F-B2FFDB3A58D5}"/>
              </a:ext>
            </a:extLst>
          </p:cNvPr>
          <p:cNvCxnSpPr>
            <a:cxnSpLocks/>
          </p:cNvCxnSpPr>
          <p:nvPr/>
        </p:nvCxnSpPr>
        <p:spPr>
          <a:xfrm>
            <a:off x="4809157" y="2954698"/>
            <a:ext cx="198000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499FF12-6B27-4892-BB56-B4FDB378D2DA}"/>
              </a:ext>
            </a:extLst>
          </p:cNvPr>
          <p:cNvCxnSpPr>
            <a:cxnSpLocks/>
          </p:cNvCxnSpPr>
          <p:nvPr/>
        </p:nvCxnSpPr>
        <p:spPr>
          <a:xfrm>
            <a:off x="6789157" y="3123723"/>
            <a:ext cx="126000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CE65468-B6B3-434E-8160-F8709AFDD217}"/>
              </a:ext>
            </a:extLst>
          </p:cNvPr>
          <p:cNvSpPr txBox="1"/>
          <p:nvPr/>
        </p:nvSpPr>
        <p:spPr>
          <a:xfrm>
            <a:off x="5606615" y="2967248"/>
            <a:ext cx="1137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プログラム作成</a:t>
            </a:r>
            <a:endParaRPr kumimoji="1" lang="ja-JP" altLang="en-US" sz="1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B927E569-A527-430A-91F5-A32A05F6604F}"/>
              </a:ext>
            </a:extLst>
          </p:cNvPr>
          <p:cNvSpPr txBox="1"/>
          <p:nvPr/>
        </p:nvSpPr>
        <p:spPr>
          <a:xfrm>
            <a:off x="8052630" y="3000612"/>
            <a:ext cx="489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65D82F1-773C-4AC4-B16B-2347D97129C6}"/>
              </a:ext>
            </a:extLst>
          </p:cNvPr>
          <p:cNvSpPr txBox="1"/>
          <p:nvPr/>
        </p:nvSpPr>
        <p:spPr>
          <a:xfrm>
            <a:off x="8051244" y="2471478"/>
            <a:ext cx="489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69B8AB3-69E4-4839-AA7C-6B887EB8A2FE}"/>
              </a:ext>
            </a:extLst>
          </p:cNvPr>
          <p:cNvSpPr txBox="1"/>
          <p:nvPr/>
        </p:nvSpPr>
        <p:spPr>
          <a:xfrm>
            <a:off x="8049157" y="1509673"/>
            <a:ext cx="4897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</p:spTree>
    <p:extLst>
      <p:ext uri="{BB962C8B-B14F-4D97-AF65-F5344CB8AC3E}">
        <p14:creationId xmlns:p14="http://schemas.microsoft.com/office/powerpoint/2010/main" val="25115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5">
            <a:extLst>
              <a:ext uri="{FF2B5EF4-FFF2-40B4-BE49-F238E27FC236}">
                <a16:creationId xmlns:a16="http://schemas.microsoft.com/office/drawing/2014/main" id="{A0C08363-8112-21ED-2DBA-DF5D7121D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722058"/>
              </p:ext>
            </p:extLst>
          </p:nvPr>
        </p:nvGraphicFramePr>
        <p:xfrm>
          <a:off x="318053" y="984857"/>
          <a:ext cx="9152514" cy="2337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450">
                  <a:extLst>
                    <a:ext uri="{9D8B030D-6E8A-4147-A177-3AD203B41FA5}">
                      <a16:colId xmlns:a16="http://schemas.microsoft.com/office/drawing/2014/main" val="1831953829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705856040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59584382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720535646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4163742253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2899359654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2448632567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2725184798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836894017"/>
                    </a:ext>
                  </a:extLst>
                </a:gridCol>
              </a:tblGrid>
              <a:tr h="4940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スケジュール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6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8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63738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基板設計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AE15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74035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機体設計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61734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プログラム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0AB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65372"/>
                  </a:ext>
                </a:extLst>
              </a:tr>
            </a:tbl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E15DF13-D2BA-6D77-936F-FA9BEA947D4E}"/>
              </a:ext>
            </a:extLst>
          </p:cNvPr>
          <p:cNvCxnSpPr>
            <a:cxnSpLocks/>
          </p:cNvCxnSpPr>
          <p:nvPr/>
        </p:nvCxnSpPr>
        <p:spPr>
          <a:xfrm>
            <a:off x="2721433" y="2214702"/>
            <a:ext cx="1276694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02E6503-FD41-C9C7-F93E-46221290D730}"/>
              </a:ext>
            </a:extLst>
          </p:cNvPr>
          <p:cNvSpPr txBox="1"/>
          <p:nvPr/>
        </p:nvSpPr>
        <p:spPr>
          <a:xfrm>
            <a:off x="3998127" y="2089225"/>
            <a:ext cx="8261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データ作成</a:t>
            </a:r>
            <a:endParaRPr kumimoji="1" lang="ja-JP" altLang="en-US" sz="1000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B6643C9-B684-3203-5B9C-A8558B4C9656}"/>
              </a:ext>
            </a:extLst>
          </p:cNvPr>
          <p:cNvCxnSpPr>
            <a:cxnSpLocks/>
          </p:cNvCxnSpPr>
          <p:nvPr/>
        </p:nvCxnSpPr>
        <p:spPr>
          <a:xfrm>
            <a:off x="2721433" y="2807970"/>
            <a:ext cx="2973247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527134D-FE9C-AEE1-E746-4F50D9753194}"/>
              </a:ext>
            </a:extLst>
          </p:cNvPr>
          <p:cNvSpPr txBox="1"/>
          <p:nvPr/>
        </p:nvSpPr>
        <p:spPr>
          <a:xfrm>
            <a:off x="3429374" y="2831588"/>
            <a:ext cx="1137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プログラム勉強</a:t>
            </a:r>
            <a:endParaRPr kumimoji="1" lang="ja-JP" altLang="en-US" sz="10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C4413A-80FE-D915-3C82-67E41F94B8C4}"/>
              </a:ext>
            </a:extLst>
          </p:cNvPr>
          <p:cNvSpPr txBox="1"/>
          <p:nvPr/>
        </p:nvSpPr>
        <p:spPr>
          <a:xfrm>
            <a:off x="4830764" y="1661918"/>
            <a:ext cx="70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基板発注</a:t>
            </a:r>
            <a:endParaRPr kumimoji="1" lang="en-US" altLang="ja-JP" sz="100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33BCD7EC-80B6-AB9A-9845-C64B2EC28E0D}"/>
              </a:ext>
            </a:extLst>
          </p:cNvPr>
          <p:cNvGrpSpPr/>
          <p:nvPr/>
        </p:nvGrpSpPr>
        <p:grpSpPr>
          <a:xfrm>
            <a:off x="2721433" y="1475314"/>
            <a:ext cx="2885319" cy="246221"/>
            <a:chOff x="2918127" y="1456178"/>
            <a:chExt cx="2885319" cy="246221"/>
          </a:xfrm>
        </p:grpSpPr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8A9F5C86-DD8D-36BE-9BF8-7CE0D630B8B4}"/>
                </a:ext>
              </a:extLst>
            </p:cNvPr>
            <p:cNvCxnSpPr>
              <a:cxnSpLocks/>
            </p:cNvCxnSpPr>
            <p:nvPr/>
          </p:nvCxnSpPr>
          <p:spPr>
            <a:xfrm>
              <a:off x="2918127" y="1582420"/>
              <a:ext cx="1953437" cy="0"/>
            </a:xfrm>
            <a:prstGeom prst="line">
              <a:avLst/>
            </a:prstGeom>
            <a:ln w="25400">
              <a:solidFill>
                <a:srgbClr val="EBAE15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CFE38C85-D562-7BD3-8B05-C2C82CD8EFC7}"/>
                </a:ext>
              </a:extLst>
            </p:cNvPr>
            <p:cNvSpPr txBox="1"/>
            <p:nvPr/>
          </p:nvSpPr>
          <p:spPr>
            <a:xfrm>
              <a:off x="4951872" y="1456178"/>
              <a:ext cx="85157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ja-JP" altLang="en-US" sz="1000" dirty="0"/>
                <a:t>データ作成</a:t>
              </a:r>
              <a:endParaRPr kumimoji="1" lang="ja-JP" altLang="en-US" sz="1000" dirty="0"/>
            </a:p>
          </p:txBody>
        </p:sp>
      </p:grpSp>
      <p:sp>
        <p:nvSpPr>
          <p:cNvPr id="13" name="楕円 12">
            <a:extLst>
              <a:ext uri="{FF2B5EF4-FFF2-40B4-BE49-F238E27FC236}">
                <a16:creationId xmlns:a16="http://schemas.microsoft.com/office/drawing/2014/main" id="{5B47EDC7-73CD-77CC-C8F4-43FDC09B3BC9}"/>
              </a:ext>
            </a:extLst>
          </p:cNvPr>
          <p:cNvSpPr/>
          <p:nvPr/>
        </p:nvSpPr>
        <p:spPr>
          <a:xfrm>
            <a:off x="4638870" y="1748948"/>
            <a:ext cx="72000" cy="72000"/>
          </a:xfrm>
          <a:prstGeom prst="ellipse">
            <a:avLst/>
          </a:prstGeom>
          <a:solidFill>
            <a:srgbClr val="EBAE15"/>
          </a:solidFill>
          <a:ln w="3175">
            <a:solidFill>
              <a:srgbClr val="EBAE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F1BD9F5-CB76-3872-3E1C-4496C2D5E670}"/>
              </a:ext>
            </a:extLst>
          </p:cNvPr>
          <p:cNvCxnSpPr>
            <a:cxnSpLocks/>
          </p:cNvCxnSpPr>
          <p:nvPr/>
        </p:nvCxnSpPr>
        <p:spPr>
          <a:xfrm>
            <a:off x="4674870" y="1968501"/>
            <a:ext cx="1016000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C965BD9-3095-003D-05F6-717F822359DE}"/>
              </a:ext>
            </a:extLst>
          </p:cNvPr>
          <p:cNvSpPr txBox="1"/>
          <p:nvPr/>
        </p:nvSpPr>
        <p:spPr>
          <a:xfrm>
            <a:off x="5690870" y="1840197"/>
            <a:ext cx="951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動作チェック</a:t>
            </a:r>
            <a:endParaRPr kumimoji="1" lang="en-US" altLang="ja-JP" sz="10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4D444E7-3BA5-D638-D4D9-2395ACBED6E0}"/>
              </a:ext>
            </a:extLst>
          </p:cNvPr>
          <p:cNvCxnSpPr>
            <a:cxnSpLocks/>
          </p:cNvCxnSpPr>
          <p:nvPr/>
        </p:nvCxnSpPr>
        <p:spPr>
          <a:xfrm>
            <a:off x="5694680" y="1601556"/>
            <a:ext cx="3553200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8FFC090-2367-1B16-18A5-F91C9CA89181}"/>
              </a:ext>
            </a:extLst>
          </p:cNvPr>
          <p:cNvCxnSpPr>
            <a:cxnSpLocks/>
          </p:cNvCxnSpPr>
          <p:nvPr/>
        </p:nvCxnSpPr>
        <p:spPr>
          <a:xfrm>
            <a:off x="3998127" y="2406772"/>
            <a:ext cx="1694339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C1D8703-DB00-8917-A632-5A8EA01BAD88}"/>
              </a:ext>
            </a:extLst>
          </p:cNvPr>
          <p:cNvSpPr txBox="1"/>
          <p:nvPr/>
        </p:nvSpPr>
        <p:spPr>
          <a:xfrm>
            <a:off x="5690870" y="2283804"/>
            <a:ext cx="700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組み立て</a:t>
            </a:r>
            <a:endParaRPr kumimoji="1" lang="en-US" altLang="ja-JP" sz="1000" dirty="0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FB46D52-354B-103A-55F1-F1DA894EFA2C}"/>
              </a:ext>
            </a:extLst>
          </p:cNvPr>
          <p:cNvCxnSpPr>
            <a:cxnSpLocks/>
          </p:cNvCxnSpPr>
          <p:nvPr/>
        </p:nvCxnSpPr>
        <p:spPr>
          <a:xfrm>
            <a:off x="5699759" y="2598745"/>
            <a:ext cx="35496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BF9CC2BA-FD50-E0C2-C10A-14794DB68846}"/>
              </a:ext>
            </a:extLst>
          </p:cNvPr>
          <p:cNvCxnSpPr>
            <a:cxnSpLocks/>
          </p:cNvCxnSpPr>
          <p:nvPr/>
        </p:nvCxnSpPr>
        <p:spPr>
          <a:xfrm>
            <a:off x="5694680" y="2954698"/>
            <a:ext cx="1094477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E3E7B05-2C20-1C2E-0310-28818A218EBB}"/>
              </a:ext>
            </a:extLst>
          </p:cNvPr>
          <p:cNvCxnSpPr>
            <a:cxnSpLocks/>
          </p:cNvCxnSpPr>
          <p:nvPr/>
        </p:nvCxnSpPr>
        <p:spPr>
          <a:xfrm>
            <a:off x="6789157" y="3123723"/>
            <a:ext cx="2456443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DC7459F-929F-2B8F-0341-428285BCD9F5}"/>
              </a:ext>
            </a:extLst>
          </p:cNvPr>
          <p:cNvSpPr txBox="1"/>
          <p:nvPr/>
        </p:nvSpPr>
        <p:spPr>
          <a:xfrm>
            <a:off x="5672655" y="2967248"/>
            <a:ext cx="11375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プログラム作成</a:t>
            </a:r>
            <a:endParaRPr kumimoji="1" lang="ja-JP" altLang="en-US" sz="10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1C7A242-1BF4-E45B-85F9-5958B374602E}"/>
              </a:ext>
            </a:extLst>
          </p:cNvPr>
          <p:cNvSpPr txBox="1"/>
          <p:nvPr/>
        </p:nvSpPr>
        <p:spPr>
          <a:xfrm>
            <a:off x="8803834" y="2877502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91072DD-7323-4AA1-EEBD-EE5D029FA986}"/>
              </a:ext>
            </a:extLst>
          </p:cNvPr>
          <p:cNvSpPr txBox="1"/>
          <p:nvPr/>
        </p:nvSpPr>
        <p:spPr>
          <a:xfrm>
            <a:off x="8803835" y="2352524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9E39EC6-D1E3-1C99-8B51-9EBC7DF91212}"/>
              </a:ext>
            </a:extLst>
          </p:cNvPr>
          <p:cNvSpPr txBox="1"/>
          <p:nvPr/>
        </p:nvSpPr>
        <p:spPr>
          <a:xfrm>
            <a:off x="8803835" y="1604813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</p:spTree>
    <p:extLst>
      <p:ext uri="{BB962C8B-B14F-4D97-AF65-F5344CB8AC3E}">
        <p14:creationId xmlns:p14="http://schemas.microsoft.com/office/powerpoint/2010/main" val="268595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5">
            <a:extLst>
              <a:ext uri="{FF2B5EF4-FFF2-40B4-BE49-F238E27FC236}">
                <a16:creationId xmlns:a16="http://schemas.microsoft.com/office/drawing/2014/main" id="{2ADE0E58-5B1F-C835-4C60-8621B851BD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966908"/>
              </p:ext>
            </p:extLst>
          </p:nvPr>
        </p:nvGraphicFramePr>
        <p:xfrm>
          <a:off x="318053" y="984857"/>
          <a:ext cx="4510599" cy="2337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450">
                  <a:extLst>
                    <a:ext uri="{9D8B030D-6E8A-4147-A177-3AD203B41FA5}">
                      <a16:colId xmlns:a16="http://schemas.microsoft.com/office/drawing/2014/main" val="1831953829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705856040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59584382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720535646"/>
                    </a:ext>
                  </a:extLst>
                </a:gridCol>
              </a:tblGrid>
              <a:tr h="4940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スケジュール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9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10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63738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基板設計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AE15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74035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機体設計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61734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プログラム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0AB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65372"/>
                  </a:ext>
                </a:extLst>
              </a:tr>
            </a:tbl>
          </a:graphicData>
        </a:graphic>
      </p:graphicFrame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C8AA9C8-2F74-30EB-235E-62414E168746}"/>
              </a:ext>
            </a:extLst>
          </p:cNvPr>
          <p:cNvCxnSpPr>
            <a:cxnSpLocks/>
          </p:cNvCxnSpPr>
          <p:nvPr/>
        </p:nvCxnSpPr>
        <p:spPr>
          <a:xfrm>
            <a:off x="2168983" y="2214702"/>
            <a:ext cx="55245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AC17DE3-EFDC-B56F-4871-FFE35339D437}"/>
              </a:ext>
            </a:extLst>
          </p:cNvPr>
          <p:cNvSpPr txBox="1"/>
          <p:nvPr/>
        </p:nvSpPr>
        <p:spPr>
          <a:xfrm>
            <a:off x="2106119" y="2230924"/>
            <a:ext cx="57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データ</a:t>
            </a:r>
            <a:endParaRPr lang="en-US" altLang="ja-JP" sz="1000" dirty="0"/>
          </a:p>
          <a:p>
            <a:pPr algn="ctr"/>
            <a:r>
              <a:rPr lang="ja-JP" altLang="en-US" sz="1000" dirty="0"/>
              <a:t>作成</a:t>
            </a:r>
            <a:endParaRPr kumimoji="1" lang="ja-JP" altLang="en-US" sz="10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006E8FA-0F77-580D-25A6-5194618C0D6F}"/>
              </a:ext>
            </a:extLst>
          </p:cNvPr>
          <p:cNvCxnSpPr>
            <a:cxnSpLocks/>
          </p:cNvCxnSpPr>
          <p:nvPr/>
        </p:nvCxnSpPr>
        <p:spPr>
          <a:xfrm>
            <a:off x="2168983" y="2807970"/>
            <a:ext cx="928547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9102FE2-E2AD-EDF8-6918-1D15BD69C441}"/>
              </a:ext>
            </a:extLst>
          </p:cNvPr>
          <p:cNvSpPr txBox="1"/>
          <p:nvPr/>
        </p:nvSpPr>
        <p:spPr>
          <a:xfrm>
            <a:off x="2901607" y="1655629"/>
            <a:ext cx="70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基板発注</a:t>
            </a:r>
            <a:endParaRPr kumimoji="1" lang="en-US" altLang="ja-JP" sz="1000" dirty="0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94C13B72-2CAD-5FC4-E029-86437020E3F3}"/>
              </a:ext>
            </a:extLst>
          </p:cNvPr>
          <p:cNvCxnSpPr>
            <a:cxnSpLocks/>
          </p:cNvCxnSpPr>
          <p:nvPr/>
        </p:nvCxnSpPr>
        <p:spPr>
          <a:xfrm>
            <a:off x="2168983" y="1586316"/>
            <a:ext cx="552450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521A29F-76F1-54F9-627D-2D773E5D99C1}"/>
              </a:ext>
            </a:extLst>
          </p:cNvPr>
          <p:cNvSpPr txBox="1"/>
          <p:nvPr/>
        </p:nvSpPr>
        <p:spPr>
          <a:xfrm>
            <a:off x="2095738" y="1600930"/>
            <a:ext cx="6000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データ</a:t>
            </a:r>
            <a:endParaRPr lang="en-US" altLang="ja-JP" sz="1000" dirty="0"/>
          </a:p>
          <a:p>
            <a:pPr algn="ctr"/>
            <a:r>
              <a:rPr lang="ja-JP" altLang="en-US" sz="1000" dirty="0"/>
              <a:t>作成</a:t>
            </a:r>
            <a:endParaRPr kumimoji="1" lang="ja-JP" altLang="en-US" sz="1000" dirty="0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D95AED9-EF85-F16A-7D62-4D305D54751E}"/>
              </a:ext>
            </a:extLst>
          </p:cNvPr>
          <p:cNvSpPr/>
          <p:nvPr/>
        </p:nvSpPr>
        <p:spPr>
          <a:xfrm>
            <a:off x="2685433" y="1740897"/>
            <a:ext cx="72000" cy="72000"/>
          </a:xfrm>
          <a:prstGeom prst="ellipse">
            <a:avLst/>
          </a:prstGeom>
          <a:solidFill>
            <a:srgbClr val="EBAE15"/>
          </a:solidFill>
          <a:ln w="3175">
            <a:solidFill>
              <a:srgbClr val="EBAE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32AA8D83-BE47-3FB7-C1F7-713549379803}"/>
              </a:ext>
            </a:extLst>
          </p:cNvPr>
          <p:cNvCxnSpPr>
            <a:cxnSpLocks/>
          </p:cNvCxnSpPr>
          <p:nvPr/>
        </p:nvCxnSpPr>
        <p:spPr>
          <a:xfrm>
            <a:off x="2721433" y="1963307"/>
            <a:ext cx="376097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8FA4CDD-FC26-28F2-D6BB-B8C0C4442053}"/>
              </a:ext>
            </a:extLst>
          </p:cNvPr>
          <p:cNvSpPr txBox="1"/>
          <p:nvPr/>
        </p:nvSpPr>
        <p:spPr>
          <a:xfrm>
            <a:off x="3097530" y="1855558"/>
            <a:ext cx="951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動作チェック</a:t>
            </a:r>
            <a:endParaRPr kumimoji="1" lang="en-US" altLang="ja-JP" sz="1000" dirty="0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502C137-8347-BC67-E684-F7CA6EF01E7D}"/>
              </a:ext>
            </a:extLst>
          </p:cNvPr>
          <p:cNvCxnSpPr>
            <a:cxnSpLocks/>
          </p:cNvCxnSpPr>
          <p:nvPr/>
        </p:nvCxnSpPr>
        <p:spPr>
          <a:xfrm flipV="1">
            <a:off x="3099435" y="1599768"/>
            <a:ext cx="1260000" cy="1162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06AFE922-FD00-01CD-85A9-8A3A6851EFAD}"/>
              </a:ext>
            </a:extLst>
          </p:cNvPr>
          <p:cNvCxnSpPr>
            <a:cxnSpLocks/>
          </p:cNvCxnSpPr>
          <p:nvPr/>
        </p:nvCxnSpPr>
        <p:spPr>
          <a:xfrm>
            <a:off x="2721433" y="2406914"/>
            <a:ext cx="378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9DF109F-CE5E-DA6D-CF7C-E915A86C2FED}"/>
              </a:ext>
            </a:extLst>
          </p:cNvPr>
          <p:cNvSpPr txBox="1"/>
          <p:nvPr/>
        </p:nvSpPr>
        <p:spPr>
          <a:xfrm>
            <a:off x="2905010" y="2159711"/>
            <a:ext cx="700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組み立て</a:t>
            </a:r>
            <a:endParaRPr kumimoji="1" lang="en-US" altLang="ja-JP" sz="1000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9E32ACE-ACDE-3EF6-0F36-4B1EF195BBC1}"/>
              </a:ext>
            </a:extLst>
          </p:cNvPr>
          <p:cNvCxnSpPr>
            <a:cxnSpLocks/>
          </p:cNvCxnSpPr>
          <p:nvPr/>
        </p:nvCxnSpPr>
        <p:spPr>
          <a:xfrm>
            <a:off x="3099434" y="2598745"/>
            <a:ext cx="1260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58E412D2-E146-E4A1-33B8-CF8321A946AB}"/>
              </a:ext>
            </a:extLst>
          </p:cNvPr>
          <p:cNvCxnSpPr>
            <a:cxnSpLocks/>
          </p:cNvCxnSpPr>
          <p:nvPr/>
        </p:nvCxnSpPr>
        <p:spPr>
          <a:xfrm>
            <a:off x="3097530" y="3000418"/>
            <a:ext cx="126000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063A63F-5A71-F5F1-90FC-552AFD3A2EE7}"/>
              </a:ext>
            </a:extLst>
          </p:cNvPr>
          <p:cNvSpPr txBox="1"/>
          <p:nvPr/>
        </p:nvSpPr>
        <p:spPr>
          <a:xfrm>
            <a:off x="2168982" y="2808916"/>
            <a:ext cx="836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プログラム</a:t>
            </a:r>
            <a:br>
              <a:rPr lang="en-US" altLang="ja-JP" sz="1000" dirty="0"/>
            </a:br>
            <a:r>
              <a:rPr lang="ja-JP" altLang="en-US" sz="1000" dirty="0"/>
              <a:t>作成</a:t>
            </a:r>
            <a:endParaRPr kumimoji="1" lang="ja-JP" altLang="en-US" sz="10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466FF6F-CAAC-C0D7-198A-6C4B180A02D6}"/>
              </a:ext>
            </a:extLst>
          </p:cNvPr>
          <p:cNvSpPr txBox="1"/>
          <p:nvPr/>
        </p:nvSpPr>
        <p:spPr>
          <a:xfrm>
            <a:off x="4357530" y="2877307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AD5EB85-8B7B-1C53-5B0C-11B9C821E6E7}"/>
              </a:ext>
            </a:extLst>
          </p:cNvPr>
          <p:cNvSpPr txBox="1"/>
          <p:nvPr/>
        </p:nvSpPr>
        <p:spPr>
          <a:xfrm>
            <a:off x="4358960" y="2473094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25D32177-9860-724E-420C-1F8926BC4F38}"/>
              </a:ext>
            </a:extLst>
          </p:cNvPr>
          <p:cNvSpPr txBox="1"/>
          <p:nvPr/>
        </p:nvSpPr>
        <p:spPr>
          <a:xfrm>
            <a:off x="4358959" y="1476622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</p:spTree>
    <p:extLst>
      <p:ext uri="{BB962C8B-B14F-4D97-AF65-F5344CB8AC3E}">
        <p14:creationId xmlns:p14="http://schemas.microsoft.com/office/powerpoint/2010/main" val="3387182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5">
            <a:extLst>
              <a:ext uri="{FF2B5EF4-FFF2-40B4-BE49-F238E27FC236}">
                <a16:creationId xmlns:a16="http://schemas.microsoft.com/office/drawing/2014/main" id="{A844B2FC-2122-F52B-79FF-15FF2B967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418290"/>
              </p:ext>
            </p:extLst>
          </p:nvPr>
        </p:nvGraphicFramePr>
        <p:xfrm>
          <a:off x="318053" y="984857"/>
          <a:ext cx="4510599" cy="23373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5450">
                  <a:extLst>
                    <a:ext uri="{9D8B030D-6E8A-4147-A177-3AD203B41FA5}">
                      <a16:colId xmlns:a16="http://schemas.microsoft.com/office/drawing/2014/main" val="1831953829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705856040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59584382"/>
                    </a:ext>
                  </a:extLst>
                </a:gridCol>
                <a:gridCol w="928383">
                  <a:extLst>
                    <a:ext uri="{9D8B030D-6E8A-4147-A177-3AD203B41FA5}">
                      <a16:colId xmlns:a16="http://schemas.microsoft.com/office/drawing/2014/main" val="3720535646"/>
                    </a:ext>
                  </a:extLst>
                </a:gridCol>
              </a:tblGrid>
              <a:tr h="4940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スケジュール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12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</a:t>
                      </a:r>
                      <a:r>
                        <a:rPr kumimoji="1" lang="ja-JP" altLang="en-US" dirty="0"/>
                        <a:t>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8A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763738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基板設計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AE15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874035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機体設計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061734"/>
                  </a:ext>
                </a:extLst>
              </a:tr>
              <a:tr h="614435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</a:rPr>
                        <a:t>プログラム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0AB2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65372"/>
                  </a:ext>
                </a:extLst>
              </a:tr>
            </a:tbl>
          </a:graphicData>
        </a:graphic>
      </p:graphicFrame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A6164F8-D917-FCCF-6DE4-25561CAE6D52}"/>
              </a:ext>
            </a:extLst>
          </p:cNvPr>
          <p:cNvCxnSpPr>
            <a:cxnSpLocks/>
          </p:cNvCxnSpPr>
          <p:nvPr/>
        </p:nvCxnSpPr>
        <p:spPr>
          <a:xfrm>
            <a:off x="2168983" y="2214702"/>
            <a:ext cx="55245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EDFE20-D8EB-2547-D44E-FCB65813A9B5}"/>
              </a:ext>
            </a:extLst>
          </p:cNvPr>
          <p:cNvSpPr txBox="1"/>
          <p:nvPr/>
        </p:nvSpPr>
        <p:spPr>
          <a:xfrm>
            <a:off x="2106119" y="2230924"/>
            <a:ext cx="57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データ</a:t>
            </a:r>
            <a:endParaRPr lang="en-US" altLang="ja-JP" sz="1000" dirty="0"/>
          </a:p>
          <a:p>
            <a:pPr algn="ctr"/>
            <a:r>
              <a:rPr lang="ja-JP" altLang="en-US" sz="1000" dirty="0"/>
              <a:t>作成</a:t>
            </a:r>
            <a:endParaRPr kumimoji="1" lang="ja-JP" altLang="en-US" sz="10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443D0451-22F3-AEC7-1EE0-87B68AADDF49}"/>
              </a:ext>
            </a:extLst>
          </p:cNvPr>
          <p:cNvCxnSpPr>
            <a:cxnSpLocks/>
          </p:cNvCxnSpPr>
          <p:nvPr/>
        </p:nvCxnSpPr>
        <p:spPr>
          <a:xfrm>
            <a:off x="2168983" y="2807970"/>
            <a:ext cx="1945817" cy="946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20EB2EA-F30A-8273-11F7-523BDA6DBE83}"/>
              </a:ext>
            </a:extLst>
          </p:cNvPr>
          <p:cNvSpPr txBox="1"/>
          <p:nvPr/>
        </p:nvSpPr>
        <p:spPr>
          <a:xfrm>
            <a:off x="3061335" y="1654261"/>
            <a:ext cx="704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基板発注</a:t>
            </a:r>
            <a:endParaRPr kumimoji="1" lang="en-US" altLang="ja-JP" sz="1000" dirty="0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1605C9E-A23E-2670-DCCA-E2F30D1BA538}"/>
              </a:ext>
            </a:extLst>
          </p:cNvPr>
          <p:cNvCxnSpPr>
            <a:cxnSpLocks/>
          </p:cNvCxnSpPr>
          <p:nvPr/>
        </p:nvCxnSpPr>
        <p:spPr>
          <a:xfrm>
            <a:off x="2168983" y="1586316"/>
            <a:ext cx="894257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A96C72-472F-DE1B-2346-D236CCE8A580}"/>
              </a:ext>
            </a:extLst>
          </p:cNvPr>
          <p:cNvSpPr txBox="1"/>
          <p:nvPr/>
        </p:nvSpPr>
        <p:spPr>
          <a:xfrm>
            <a:off x="2161678" y="1586316"/>
            <a:ext cx="8233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データ作成</a:t>
            </a:r>
            <a:endParaRPr kumimoji="1" lang="ja-JP" altLang="en-US" sz="10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3FDA986-EFFF-3006-A102-5B0AB85BDCE4}"/>
              </a:ext>
            </a:extLst>
          </p:cNvPr>
          <p:cNvSpPr/>
          <p:nvPr/>
        </p:nvSpPr>
        <p:spPr>
          <a:xfrm>
            <a:off x="3027433" y="1740249"/>
            <a:ext cx="72000" cy="72000"/>
          </a:xfrm>
          <a:prstGeom prst="ellipse">
            <a:avLst/>
          </a:prstGeom>
          <a:solidFill>
            <a:srgbClr val="EBAE15"/>
          </a:solidFill>
          <a:ln w="3175">
            <a:solidFill>
              <a:srgbClr val="EBAE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D0D739DB-CD8D-C234-CBAF-615C015BC6CC}"/>
              </a:ext>
            </a:extLst>
          </p:cNvPr>
          <p:cNvCxnSpPr>
            <a:cxnSpLocks/>
          </p:cNvCxnSpPr>
          <p:nvPr/>
        </p:nvCxnSpPr>
        <p:spPr>
          <a:xfrm>
            <a:off x="3061335" y="1963307"/>
            <a:ext cx="1053465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BBDDC54-DE0F-51C2-A719-C351F3923BF7}"/>
              </a:ext>
            </a:extLst>
          </p:cNvPr>
          <p:cNvSpPr txBox="1"/>
          <p:nvPr/>
        </p:nvSpPr>
        <p:spPr>
          <a:xfrm>
            <a:off x="3847943" y="1722843"/>
            <a:ext cx="9513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000" dirty="0"/>
              <a:t>動作チェック</a:t>
            </a:r>
            <a:endParaRPr kumimoji="1" lang="en-US" altLang="ja-JP" sz="10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ADE4858-F2DB-BD0A-FB77-7682E93EF9FD}"/>
              </a:ext>
            </a:extLst>
          </p:cNvPr>
          <p:cNvCxnSpPr>
            <a:cxnSpLocks/>
          </p:cNvCxnSpPr>
          <p:nvPr/>
        </p:nvCxnSpPr>
        <p:spPr>
          <a:xfrm>
            <a:off x="4114800" y="1599768"/>
            <a:ext cx="244635" cy="0"/>
          </a:xfrm>
          <a:prstGeom prst="line">
            <a:avLst/>
          </a:prstGeom>
          <a:ln w="25400">
            <a:solidFill>
              <a:srgbClr val="EBAE15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0C60A8D-1E55-CC2F-BAD1-6FB8438FBFAA}"/>
              </a:ext>
            </a:extLst>
          </p:cNvPr>
          <p:cNvCxnSpPr>
            <a:cxnSpLocks/>
          </p:cNvCxnSpPr>
          <p:nvPr/>
        </p:nvCxnSpPr>
        <p:spPr>
          <a:xfrm>
            <a:off x="2721433" y="2406914"/>
            <a:ext cx="378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34253F4-F4E3-22B8-0CEA-E09E13786481}"/>
              </a:ext>
            </a:extLst>
          </p:cNvPr>
          <p:cNvSpPr txBox="1"/>
          <p:nvPr/>
        </p:nvSpPr>
        <p:spPr>
          <a:xfrm>
            <a:off x="3099433" y="2282405"/>
            <a:ext cx="7008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組み立て</a:t>
            </a:r>
            <a:endParaRPr kumimoji="1" lang="en-US" altLang="ja-JP" sz="1000" dirty="0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5FDDAB3E-B4D4-845D-ABC6-DB0F09E13370}"/>
              </a:ext>
            </a:extLst>
          </p:cNvPr>
          <p:cNvCxnSpPr>
            <a:cxnSpLocks/>
          </p:cNvCxnSpPr>
          <p:nvPr/>
        </p:nvCxnSpPr>
        <p:spPr>
          <a:xfrm>
            <a:off x="3099434" y="2598745"/>
            <a:ext cx="1260000" cy="0"/>
          </a:xfrm>
          <a:prstGeom prst="line">
            <a:avLst/>
          </a:prstGeom>
          <a:ln w="25400">
            <a:solidFill>
              <a:srgbClr val="006699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8672EC1-46CE-C080-1A0B-443281D697D9}"/>
              </a:ext>
            </a:extLst>
          </p:cNvPr>
          <p:cNvCxnSpPr>
            <a:cxnSpLocks/>
          </p:cNvCxnSpPr>
          <p:nvPr/>
        </p:nvCxnSpPr>
        <p:spPr>
          <a:xfrm>
            <a:off x="4114800" y="3000418"/>
            <a:ext cx="242730" cy="0"/>
          </a:xfrm>
          <a:prstGeom prst="line">
            <a:avLst/>
          </a:prstGeom>
          <a:ln w="25400">
            <a:solidFill>
              <a:srgbClr val="AA0AB2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2CCB8C6-A73D-8BDF-8AE3-07DD96D56E5F}"/>
              </a:ext>
            </a:extLst>
          </p:cNvPr>
          <p:cNvSpPr txBox="1"/>
          <p:nvPr/>
        </p:nvSpPr>
        <p:spPr>
          <a:xfrm>
            <a:off x="2768275" y="2818647"/>
            <a:ext cx="1317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000" dirty="0"/>
              <a:t>プログラム作成</a:t>
            </a:r>
            <a:endParaRPr kumimoji="1" lang="ja-JP" altLang="en-US" sz="10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5FEC6F0-AFC6-C4E3-4AA7-3C6473458634}"/>
              </a:ext>
            </a:extLst>
          </p:cNvPr>
          <p:cNvSpPr txBox="1"/>
          <p:nvPr/>
        </p:nvSpPr>
        <p:spPr>
          <a:xfrm>
            <a:off x="4357530" y="2877307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F77A8BC-DC27-D5AC-D955-2F2758ABC635}"/>
              </a:ext>
            </a:extLst>
          </p:cNvPr>
          <p:cNvSpPr txBox="1"/>
          <p:nvPr/>
        </p:nvSpPr>
        <p:spPr>
          <a:xfrm>
            <a:off x="4358960" y="2473094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EE2DFE4-CE10-B133-85BB-E7C0A2584357}"/>
              </a:ext>
            </a:extLst>
          </p:cNvPr>
          <p:cNvSpPr txBox="1"/>
          <p:nvPr/>
        </p:nvSpPr>
        <p:spPr>
          <a:xfrm>
            <a:off x="4358959" y="1476622"/>
            <a:ext cx="4417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調整</a:t>
            </a:r>
          </a:p>
        </p:txBody>
      </p:sp>
    </p:spTree>
    <p:extLst>
      <p:ext uri="{BB962C8B-B14F-4D97-AF65-F5344CB8AC3E}">
        <p14:creationId xmlns:p14="http://schemas.microsoft.com/office/powerpoint/2010/main" val="4089277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125</Words>
  <Application>Microsoft Office PowerPoint</Application>
  <PresentationFormat>ワイド画面</PresentationFormat>
  <Paragraphs>77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E24091 巽　智陽</dc:creator>
  <cp:lastModifiedBy>智陽 巽</cp:lastModifiedBy>
  <cp:revision>9</cp:revision>
  <dcterms:created xsi:type="dcterms:W3CDTF">2026-02-15T15:33:37Z</dcterms:created>
  <dcterms:modified xsi:type="dcterms:W3CDTF">2026-04-05T12:20:59Z</dcterms:modified>
</cp:coreProperties>
</file>